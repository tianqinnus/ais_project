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b7fa8692404128" /><Relationship Type="http://schemas.openxmlformats.org/officeDocument/2006/relationships/extended-properties" Target="/docProps/app.xml" Id="Re1fe074cbec543df" /><Relationship Type="http://schemas.openxmlformats.org/officeDocument/2006/relationships/officeDocument" Target="/ppt/presentation.xml" Id="Re2a1dbed6de0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bea979e7e4c8c"/>
  </p:sldMasterIdLst>
  <p:notesMasterIdLst>
    <p:notesMasterId xmlns:r="http://schemas.openxmlformats.org/officeDocument/2006/relationships" r:id="R0eeb8907784342f5"/>
  </p:notesMasterIdLst>
  <p:sldIdLst>
    <p:sldId xmlns:r="http://schemas.openxmlformats.org/officeDocument/2006/relationships" id="256" r:id="Re437399e5fe24957"/>
    <p:sldId xmlns:r="http://schemas.openxmlformats.org/officeDocument/2006/relationships" id="257" r:id="Rfef44239c8d944d4"/>
    <p:sldId xmlns:r="http://schemas.openxmlformats.org/officeDocument/2006/relationships" id="258" r:id="Ree7e9e8acefb470e"/>
    <p:sldId xmlns:r="http://schemas.openxmlformats.org/officeDocument/2006/relationships" id="259" r:id="R853143146de94f2c"/>
    <p:sldId xmlns:r="http://schemas.openxmlformats.org/officeDocument/2006/relationships" id="260" r:id="R877a236aadbe49d7"/>
    <p:sldId xmlns:r="http://schemas.openxmlformats.org/officeDocument/2006/relationships" id="261" r:id="R9e753df51b204c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43dc4ece1f40d9" /><Relationship Type="http://schemas.openxmlformats.org/officeDocument/2006/relationships/slideMaster" Target="/ppt/slideMasters/slideMaster1.xml" Id="Rc1abea979e7e4c8c" /><Relationship Type="http://schemas.openxmlformats.org/officeDocument/2006/relationships/notesMaster" Target="/ppt/notesMasters/notesMaster1.xml" Id="R0eeb8907784342f5" /><Relationship Type="http://schemas.openxmlformats.org/officeDocument/2006/relationships/presProps" Target="/ppt/presProps.xml" Id="Rba825a79eb9c46d4" /><Relationship Type="http://schemas.openxmlformats.org/officeDocument/2006/relationships/tableStyles" Target="/ppt/tableStyles.xml" Id="R073fe3f209964955" /><Relationship Type="http://schemas.openxmlformats.org/officeDocument/2006/relationships/slide" Target="/ppt/slides/slide1.xml" Id="Re437399e5fe24957" /><Relationship Type="http://schemas.openxmlformats.org/officeDocument/2006/relationships/slide" Target="/ppt/slides/slide2.xml" Id="Rfef44239c8d944d4" /><Relationship Type="http://schemas.openxmlformats.org/officeDocument/2006/relationships/slide" Target="/ppt/slides/slide3.xml" Id="Ree7e9e8acefb470e" /><Relationship Type="http://schemas.openxmlformats.org/officeDocument/2006/relationships/slide" Target="/ppt/slides/slide4.xml" Id="R853143146de94f2c" /><Relationship Type="http://schemas.openxmlformats.org/officeDocument/2006/relationships/slide" Target="/ppt/slides/slide5.xml" Id="R877a236aadbe49d7" /><Relationship Type="http://schemas.openxmlformats.org/officeDocument/2006/relationships/slide" Target="/ppt/slides/slide6.xml" Id="R9e753df51b204c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d3b5a8438e42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01f368bf5b4212" /><Relationship Type="http://schemas.openxmlformats.org/officeDocument/2006/relationships/notesMaster" Target="/ppt/notesMasters/notesMaster1.xml" Id="R21176552885b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8351eb3f64014" /><Relationship Type="http://schemas.openxmlformats.org/officeDocument/2006/relationships/notesMaster" Target="/ppt/notesMasters/notesMaster1.xml" Id="Rbc13fb8cde58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47553c6524d32" /><Relationship Type="http://schemas.openxmlformats.org/officeDocument/2006/relationships/notesMaster" Target="/ppt/notesMasters/notesMaster1.xml" Id="Rc550c97717b140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66b66cf5c64606" /><Relationship Type="http://schemas.openxmlformats.org/officeDocument/2006/relationships/notesMaster" Target="/ppt/notesMasters/notesMaster1.xml" Id="R1920dae4175342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620dbf008a4bad" /><Relationship Type="http://schemas.openxmlformats.org/officeDocument/2006/relationships/notesMaster" Target="/ppt/notesMasters/notesMaster1.xml" Id="R303269da1889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4643b697c945c7" /><Relationship Type="http://schemas.openxmlformats.org/officeDocument/2006/relationships/notesMaster" Target="/ppt/notesMasters/notesMaster1.xml" Id="R0985b82cb99343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five-class model outputs class probabilities and four cumulative horizon risks. The dashboard reads the stored latest decision and does not rerun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sequence from repository test_00 through test_12c. Cost-based selection was removed because the public data does not contain an operational cost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output. F5 with P3 medium selected for horizon risk ranking. F5 with P5 less regularized selected for five-class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Validation means: accuracy 0.970, Macro F1 approximately 0.203, mean horizon AP 0.043 for F5/P5, and Risk6 AP 0.032. Accuracy is dominated by the majority C0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TRD handles vehicles with only one readout. TR0 and TRV route insufficient or unstable histories to manual review. TR1 through TR6 use class, horizon risk, persistence and deterioration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Verified dry run: 193,095 readouts, 5,037 predictions and 7 COLLECT_MORE_DATA vehicles. Dashboard query filters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4bd5c7ac54d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5928d7fb044b1b" /><Relationship Type="http://schemas.openxmlformats.org/officeDocument/2006/relationships/slideLayout" Target="/ppt/slideLayouts/slideLayout1.xml" Id="R714047f4163c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4047f4163c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a006de9224606" /><Relationship Type="http://schemas.openxmlformats.org/officeDocument/2006/relationships/image" Target="/ppt/media/image.png" Id="Rc90ca23098824c35" /><Relationship Type="http://schemas.openxmlformats.org/officeDocument/2006/relationships/notesSlide" Target="/ppt/notesSlides/notesSlide1.xml" Id="R4193432f49c5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d7eed64de4644" /><Relationship Type="http://schemas.openxmlformats.org/officeDocument/2006/relationships/notesSlide" Target="/ppt/notesSlides/notesSlide2.xml" Id="Ref24faad6660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7dfd74be74af4" /><Relationship Type="http://schemas.openxmlformats.org/officeDocument/2006/relationships/notesSlide" Target="/ppt/notesSlides/notesSlide3.xml" Id="R78a6008d8fe840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82c90769543d6" /><Relationship Type="http://schemas.openxmlformats.org/officeDocument/2006/relationships/chart" Target="/ppt/slides/charts/chart1.xml" Id="Rb88f444948f14313" /><Relationship Type="http://schemas.openxmlformats.org/officeDocument/2006/relationships/notesSlide" Target="/ppt/notesSlides/notesSlide4.xml" Id="Ra6e50d24fe3f4f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751a1706444be" /><Relationship Type="http://schemas.openxmlformats.org/officeDocument/2006/relationships/notesSlide" Target="/ppt/notesSlides/notesSlide5.xml" Id="Rd721c8a63e3d4f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93a5d90734b4c" /><Relationship Type="http://schemas.openxmlformats.org/officeDocument/2006/relationships/notesSlide" Target="/ppt/notesSlides/notesSlide6.xml" Id="Ra5ebed714f0447b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2324A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45AAA8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32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9FCA26-BF6D-4BE7-A163-AFBCDC7B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01 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1DE4B-FF80-4574-A5E1-454E8474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One vehicle history becomes one traceable maintenance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47329-A2AA-4C3E-99F2-4480BC5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The model ranks risk. The rule engine checks whether the evidence is stable enough to 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8B9C2-8538-4082-A42B-3C1478D6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7EC35-17BE-409D-8B3E-B627337D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05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4A926-5AC9-465A-80B5-B9D56E4E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0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C0 to 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FA71E-7A24-4CCB-BC5D-7A6DFA9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105E1-A968-4773-AADE-322E17B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DFCAF-C234-4BBF-87E3-5F96F192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 horizons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D1794-3FD9-4E31-8141-D9569536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6 / 12 / 24 / 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6F666-A43B-44B8-9CE2-9A6D5334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A57ED-1231-4B75-907B-60D39EB1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92C7D-DF9A-4693-A88E-E2278F4B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stored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D4764-1738-4D94-B247-0E41174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latest active vehicle row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ca23098824c35"/>
          <a:stretch xmlns:a="http://schemas.openxmlformats.org/drawingml/2006/main"/>
        </p:blipFill>
        <p:spPr>
          <a:xfrm xmlns:a="http://schemas.openxmlformats.org/drawingml/2006/main">
            <a:off x="3814580" y="15621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A94B7-88C2-4F77-8B33-6AAE4DDA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88A2C-C459-43B4-BDDA-991FECA9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5B415-5157-4D88-84D3-F8666FCD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431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D5782-7E06-4B59-B9B6-BCC3E64D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AA8"/>
          </a:solidFill>
          <a:ln xmlns:a="http://schemas.openxmlformats.org/drawingml/2006/main" w="9525">
            <a:solidFill>
              <a:srgbClr val="45AA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51E98-BED7-4EF5-9CEB-5DE058D8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23E21-B43C-4C87-8C6B-0C7D588D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813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5AA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99288-1CEF-4815-BE2C-43A837FF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4F08B-7786-4630-9821-FC53624B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B65D8-6595-48A7-B316-5F8BF9A1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7434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A5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1A746-6C27-4D60-8844-76D4078E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9F4D9-73DD-4D20-8A59-6E586726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60BBC-272F-413D-A606-37D1A389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673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35F4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7A646-1F7B-48D8-856F-0C25A61B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91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96D32-E152-4B0A-9244-49045287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959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2FEB88-6F29-46EA-8A53-A38F1DB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91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BCBA5-A166-4D6A-BC9B-AF8C0D51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959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61A62-E002-4F3E-B334-E1E9FA6C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791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916142-A3FF-4AE4-8F93-15EE1A96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959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C9EFA2-CEDA-477A-B58E-B70B3B65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91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595E6-93E4-4AD3-B100-24670E7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95F75D-2097-48F9-8665-869ACC82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0B2D23-2944-40CA-AEB4-E4E25431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0:00–0:30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D943F8-1CD8-4958-9EB9-1E1BCDF1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6552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A58D34-F3CA-40A6-AA29-3B9CE37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02  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5D2D5-440B-4E32-9AEE-2E6785B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6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experiments progressively removed leakage, weak history signals and cost dependence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E70C5-B470-42AB-B949-B4E57AA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Twelve experiment stages converged on vehicle-aware temporal XGBoost with no cost objective.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126B6-00FC-4B34-A913-8AE975C7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666AC-E460-47A9-98E3-5DB93E1D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B8D"/>
          </a:solidFill>
          <a:ln xmlns:a="http://schemas.openxmlformats.org/drawingml/2006/main" w="9525">
            <a:solidFill>
              <a:srgbClr val="667B8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DAA2D-EA63-4883-9A50-73AE03C7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17EB8-B579-4CAB-BFC3-5D39F46A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B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DC1D0-6DFD-428C-85F1-49FE87F3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A301E-3098-4B12-B047-B4F6AD2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9ABA9-8212-4285-99C5-A0171F55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B96E0-DDC6-4828-8E75-CA573CD6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0EDE9-4517-44F0-B42B-CFF1DD6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32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3FF51-4D71-45D0-A5E7-39595928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Nonlinear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08BDB-9A3C-4C80-852B-4D2CD676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A57AB-160D-46FB-8BF6-77DE1F6E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53C35-BF6F-41A0-9469-B64E3591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181EC-178F-4383-9E69-4ACF56DB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EFEDF-7C01-47DC-B870-CDD07D7C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Vehicle split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747AF-FD47-4A7D-8A04-B71868EE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DF7B7B-8F02-4BA9-9F3C-439C55EA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AA8"/>
          </a:solidFill>
          <a:ln xmlns:a="http://schemas.openxmlformats.org/drawingml/2006/main" w="9525">
            <a:solidFill>
              <a:srgbClr val="45AAA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2DDB6-AB53-432A-A1D0-F250182C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65E54-E97B-427D-8136-D9B1B837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5AA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529F0-2BD0-49EE-A808-30265A9D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4EC25-EE51-445D-BA64-D1AFFD10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Rates +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972AA-C482-4F76-A645-D37FC25D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8425"/>
          </a:solidFill>
          <a:ln xmlns:a="http://schemas.openxmlformats.org/drawingml/2006/main" w="9525">
            <a:solidFill>
              <a:srgbClr val="BC842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62A535-C023-4800-90E0-BC64B867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07C09-A7D3-4F0F-B53F-47D54E6D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C842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A83C4-3698-4468-9436-92FEEDDB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Policy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994B1B-04EA-44DF-BBBF-397564F1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6A0B0-B334-4243-B003-75B4457B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A9CC0-639D-41FB-ABB1-99A33EA8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D3F22-30A2-43EA-9858-B049A427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A52C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71FE7D-19C1-4F8D-9540-592296F1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301ABB-8C84-4300-A642-EFF09E3C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25 combinations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AEDC16-6E8B-4856-82BB-59834CC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FINAL DESIGN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34919-508B-482D-8BEC-4B8003E1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0DEF71-72CB-4EDE-BCFC-3DCE6BD1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2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vehicle-level split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CC1923-EA27-4A5D-BF20-5FC02F96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AA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AAA8"/>
                </a:solidFill>
                <a:latin typeface="Arial"/>
                <a:ea typeface="Arial"/>
                <a:cs typeface="Arial"/>
              </a:rPr>
              <a:t>past-only temporal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FB431C-101A-48C4-9297-A8D56E7F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no cost objective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5A6385-A3D6-4DBB-AC1C-5321B9B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DFC424-0615-4470-AA70-1584E3CA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79480E-1AE2-458A-AFEB-2EC7210A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0:30–1:15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A04B10-4AA3-4B5A-A31D-E329F3F9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7030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C9A941-A088-4859-9034-81B9D300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03 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D6838-6857-497D-9D8B-264E6D7E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Twenty-five feature and parameter combinations produced two final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1C18B-D1C3-4222-8862-B4451E24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One model ranks near-term risk. The other produces the five-class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68DAC-DE72-43B1-9366-3CC8FBFB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FEATURE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73A88-6A03-4F53-B069-DCBA846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F1  all rates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4883B-F0F5-4FF8-A159-2D5C22AD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314325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A81C9-D2F6-4C8F-977A-D401A6B6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F2  rates +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AD07E-CF50-4062-80B1-A4CD98EA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314325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776C7-A8BE-4B21-B79F-C85F4681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F3  short rates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437E6-E592-4B70-9262-BA6F357A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31432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90EA0-5335-4E1D-8A28-D0132F43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F4  long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853B4-DEBE-43D3-9861-62F423A1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48125"/>
            <a:ext cx="314325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99676-E63C-4667-A4C8-840EC4F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F5  rates + short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FD128-02CC-44E6-B06C-B4CEB2A5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314325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5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84C47-CE0E-48C0-AF21-18276571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003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E4570-B11F-4BE7-89D0-8398F9A5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79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0BD27-84E7-47C2-9887-629905A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combinations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A5C72-EFB9-4CB8-B3BE-F745CFB6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57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screened on PolicyDev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15694-BDCF-4B77-BE03-DFC24A7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192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PARAMETER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19B89-1757-4AC4-91B0-E37E5CCA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P1  regularized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5CD56-8B3F-4B13-8C04-70F5BC5F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23F1B-4FC0-45C4-83EE-007D1059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955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P2  shallow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B5E14D-5F03-4124-8157-CBC02EA0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52E9E-7F3E-4044-822C-1278292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P3  medium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55353-4AE3-4ADE-82AE-CEE75259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290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087F8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383DEA-4660-4AB7-A42F-9FEDDB41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P4  very shallow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5CE5E-9422-4D02-8733-C4FDA7E6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4812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AFACD-001D-461D-963F-FAFF1143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52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P5  less regularized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C0A625-FF51-45C3-A294-3799515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672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52C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EEC06A-2759-4F13-B7EA-B5A4CB4A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829ED-94D4-4B82-98ED-87EC5F8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F68403-463F-4463-92CB-E4332B96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29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87F8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DF6A25-FEBA-4824-A736-F6F2F03C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72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2324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62FE29-BF64-4B48-A667-0ECDD965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29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A52C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166DB7-4344-4F53-9D52-68E43711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8373BF-905E-415E-A310-10E9651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A9FFC9-F501-4999-92D5-79EF8FA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Mean horizon AP  0.192 ± 0.014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18128D-6995-4C55-8AB7-F254EDE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FIVE-CLASS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E1441-0C3C-4D6C-95D6-F23A9A1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8217B5-6ABF-4319-BAB4-55B74FAA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3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Macro F1  0.202 ± 0.004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0C32BF-70F8-475C-96E5-6A80444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31BF8B-095E-4546-9A9D-9BEDACD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6696D7-75B7-4FA9-AF19-3CCF6FD1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1:15–2:00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58789D-8CB6-422B-9E41-C09906FE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8857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002369-95B5-4DFD-B89D-F45C9D2F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04 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ECC9A-7552-4C83-B89F-095A768B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Accuracy remains high because C0 dominates; Macro F1 and AP reveal the hard part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7AF71-5E46-4304-8BFF-05B0D71E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Official Validation provides an independent diagnostic after PolicyDev model selection.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F8F9D-1319-48C4-A888-21F903AB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43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97.0%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5FEDD-9768-4D27-91D0-0A350BA9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overall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F358A-4A1A-4AEB-A1AC-441FFCAB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Useful for completeness, but dominated by C0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C145E-7CD2-4205-8667-FF1F11CA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0" cy="385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4476750" y="1790700"/>
          <a:ext xmlns:a="http://schemas.openxmlformats.org/drawingml/2006/main" cx="69532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8f444948f1431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E97BE-B2CD-4C39-AEB9-91BFE7DF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0359D-A8FA-44BE-B53E-C7546A98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81212-9566-46FE-AD91-DF1ED245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400A3-0DB2-48A5-BDB8-2FD930D6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10054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6A52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71E3A-8C7C-4A05-99A9-CCDA36EF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0.203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DB6CD-DCA3-442C-AC03-341E18BD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five-class balance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139D6-61E1-4255-99E9-4A846B71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Mean horizon 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14D85-93AB-4B73-816D-931B12C5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DF8CB-C55B-4877-9185-FDADFE94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2129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87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9CABE-8902-4F4C-8979-2B66DC65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0.043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0D329-98CA-49E2-9022-6B974AF1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29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minority-risk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634C5-A901-4F42-89B8-129CE846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Risk6 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EBCA2E-A2D2-4585-8992-316C893E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087BF-E144-45DD-B759-904330CA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1584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35F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6852C-D84D-483C-911D-0277BB6E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48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0.032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0D543F-DF0D-4246-AC85-A231366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4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immediate-risk ranking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242BF-7E72-4CEF-AC2D-D8B1D358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Decision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BBA70-7F2E-4F98-B317-024AE0AA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Use Macro F1 and horizon AP</a:t>
            </a:r>
          </a:p>
          <a:p xmlns:a="http://schemas.openxmlformats.org/drawingml/2006/main">
            <a:pPr algn="l"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when comparing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B4F64F-7CEF-433A-8EA9-E0C929F0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FE95F-405D-48A0-9552-B486857F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37B0BA-6A24-4565-8948-8CBC8CEC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2:00–2:45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7D45B-949C-4EED-8CC6-AEBA46F4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2698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077B8B-AF62-4A73-A921-772A37CA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05 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C35FA-8445-472E-8021-CD9B80AD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History and stability checks stop noisy class jumps from becoming maintenance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EB7E3-A754-4093-8551-266D2A34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Risk escalation starts only after the prediction passes the evidence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343B1-DE80-4843-92CE-9FCD92D7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F3972-ED2E-4645-9E4C-A5F5BE22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BBC97-0408-4460-90CF-409626E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7F4F3"/>
          </a:solidFill>
          <a:ln xmlns:a="http://schemas.openxmlformats.org/drawingml/2006/main" w="19050">
            <a:solidFill>
              <a:srgbClr val="087F8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61811-4161-48AE-AEB7-0AB72195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003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6879D-317E-412E-9F8E-04DF249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432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540CD-988B-4BC4-AFC0-12EF8A35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EDFA"/>
          </a:solidFill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1CEF6-4F93-4459-9992-020D9E8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95B03-7598-4845-A37F-25C2FD72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432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D2D36-C477-4D77-ADBF-30E0D137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CEDE8"/>
          </a:solidFill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88738-AD2F-4997-8678-FF44A05B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003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63CAC-A850-4269-8072-53CCC6F4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77C31-D381-4A2F-BC7F-733FD11B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14331-1DB1-4593-8845-04EB0647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813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87F8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7EB19-8132-4F19-8205-E9852738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052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EA464-6D00-40DE-B0A7-E7A3BEC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1482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096AA-8AC4-4725-8798-0343F139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720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one readout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BD2FE-C745-432B-A3BA-4B7CFDC7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813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A52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8FA7C-E4BF-484A-9985-9E9E8C75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052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TR0 / TRV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E4B58-F661-42AD-9DC9-FD8178E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48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F34A89-BFB5-433A-A30E-4B6351C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short or unstable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41DE7-2CC6-48C4-BAF3-88D94EDD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716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D6637-F3F0-470C-AE5B-1899FA2F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SEVERITY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A7583-0DAA-4122-8C3B-F2D111B5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FCB5E-BF49-41C8-B7A7-8DE9BD4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027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585E8-02CD-43BF-BDEB-4DA9A79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717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PRIORITY INSPECT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22ECD-AD93-49B9-A377-908E9AC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28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44BCD-4DD8-4339-AD0C-10D8B5D1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8425"/>
          </a:solidFill>
          <a:ln xmlns:a="http://schemas.openxmlformats.org/drawingml/2006/main" w="9525">
            <a:solidFill>
              <a:srgbClr val="BC842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3427B7-35A6-425B-8793-9DE37C3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C842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C8425"/>
                </a:solidFill>
                <a:latin typeface="Arial"/>
                <a:ea typeface="Arial"/>
                <a:cs typeface="Arial"/>
              </a:rPr>
              <a:t>TR2/3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B4F1DF-6807-4F31-B67C-0E6E977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860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84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C8425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597018-AE36-4D0A-BA50-C1CE14A1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C3/C4 + Risk12 or persistent Risk6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BF7955-C1FB-4100-BE93-4D188011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24D64E-6916-4FC8-ACD7-F2E379A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2902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73427F-7AED-4A8A-BA6E-A05896A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004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ENHANCED MONITOR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F05D89-EEAA-4302-8C4F-84E76A1D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57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C2 or Risk24 + trend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ADD890-48D0-4219-8138-B13096D9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10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AFD00C-47E6-4F27-AC84-7D06BE9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43400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EED160-7EBD-4C47-AF87-702BB74B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148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0D7DDC-9080-4FCB-A12F-B6BF747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72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C1 or Risk48 + trend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28A7C5-7063-4CD4-984E-13A6373E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2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2"/>
          </a:solidFill>
          <a:ln xmlns:a="http://schemas.openxmlformats.org/drawingml/2006/main" w="9525">
            <a:solidFill>
              <a:srgbClr val="4E7B6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28615F-D5EE-431B-88CA-D27D37C7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5777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C14354-E3B5-4CD0-9FBF-D32AE871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292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641E13-69A0-4710-AE18-FCB6321A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863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no combined 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41AB24-74E6-472A-A305-844B59FA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Evidence required before escalation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FBC624-C819-4A51-9BDE-CFF68AC9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class  +  horizon risk  +  recent vehicle history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298BBA-942C-450F-92EB-440297FA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77C7FA-5727-4B19-B796-A39DC77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BB31E4-43B8-47C6-BE70-5A01F49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2:45–3:35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4451B4-9DC2-4034-91A1-3E029A6D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1151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DEFE08-E583-49AD-8DE5-50B31032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06  PRODUCTION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03D82-2D83-4E36-BBE1-202E1474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5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batch script scores the latest available vehicle history and stores the result once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A35E7-502C-432C-B058-6A2EA177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The dashboard reads the latest active row. New readouts trigger the next batch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07EF2-A291-4186-968B-DBC6CA42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145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3"/>
          </a:solidFill>
          <a:ln xmlns:a="http://schemas.openxmlformats.org/drawingml/2006/main" w="28575">
            <a:solidFill>
              <a:srgbClr val="087F8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C724F-0486-4C14-9BE5-336D1663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fleetcare_inference.py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9BBF9-B707-4D32-BFFF-3DA79AB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24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114C0-9CC7-4BBB-8994-AA15370C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29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24A"/>
                </a:solidFill>
                <a:latin typeface="Arial"/>
                <a:ea typeface="Arial"/>
                <a:cs typeface="Arial"/>
              </a:rPr>
              <a:t>model  ·  SHAP  · 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1A79A-1172-4F0C-A1CE-6EEFBBE8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9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158BB-5A01-456D-9A9D-10C256BA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9C16D-5E7A-457B-8200-32F0A12C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truck + readouts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9E9C9-6DF2-4435-9B22-219D348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B6A54-3BD8-40CB-9AFF-95D0EEC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Model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8E778-4834-4010-83AB-EE411DC5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model +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C1F2A-3B3C-4B46-B49C-542BB0A4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2209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47B5B-466E-473C-A7BE-FB7D70DE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PostgreSQL public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FC75D-4D23-4131-8D9B-65ACDFC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81778-C387-490C-A4AA-71559771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95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EFC42-4EF4-4835-B3DE-440B9DA0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381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B1226-8997-4E74-87AF-4C2F0F8E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19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latest active 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F6765-E6E0-4CF4-A8D2-C5B783A5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46126-D6D5-4570-9E16-CA2D3E08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728CA-8C93-45AE-82FD-45AFCFB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9E308-8886-4797-91B4-A5CD18B8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053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F0424-1555-4801-908B-D6C67571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02BE1-44D1-4CB0-8760-E9B49E80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49EA22-5F41-4DA5-8414-869C1DB8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95A1B5-55DC-4654-B767-A01F2F98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E39C3-5637-4C62-ACE7-99437872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DB120-B78E-4E13-9196-CBE41A67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95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137AAC-8315-419D-81E6-75B2E17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95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7E97D-28D3-448E-9716-DE96A7AA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45A31F-B8BF-447F-8AC5-7FB711DA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run_model.py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586E1-A364-4A7F-B38C-9F54DCE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CLI entrypoint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9D517-CB4D-4BF8-B6A0-2A3888B9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712679-74C6-42CA-9D02-D2D66BD9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9F2BD-0606-4F5A-A6BA-3743F8F6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8D4738-9624-458D-8014-C18CF024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89B7D3-6275-4DA2-BEBF-0DBE5C68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0A063B-2F9D-4AB8-9835-22D27088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AE17B2-94C1-45AA-B430-2711E3A4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74DFD8-15FF-4DEE-9507-A073513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D39A05-BBE4-48F6-A156-F0445A6F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9EEE55-CE49-412E-820D-540A9F48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3:35–4:20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B8DD7D-1913-4B2D-B28A-1EBA0011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0463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2026-10-12T23:09:54.3710000Z</dcterms:created>
  <dcterms:modified xsi:type="dcterms:W3CDTF">2026-10-12T23:09:54.3710000Z</dcterms:modified>
</coreProperties>
</file>