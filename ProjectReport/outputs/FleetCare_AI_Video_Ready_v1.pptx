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1e81121de74dda" /><Relationship Type="http://schemas.openxmlformats.org/officeDocument/2006/relationships/extended-properties" Target="/docProps/app.xml" Id="Rd14f16cca6de48b4" /><Relationship Type="http://schemas.openxmlformats.org/officeDocument/2006/relationships/officeDocument" Target="/ppt/presentation.xml" Id="Rcdb55a05a8ed42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eac126906c4b16"/>
  </p:sldMasterIdLst>
  <p:notesMasterIdLst>
    <p:notesMasterId xmlns:r="http://schemas.openxmlformats.org/officeDocument/2006/relationships" r:id="R2cec7c4ad59a4dc5"/>
  </p:notesMasterIdLst>
  <p:sldIdLst>
    <p:sldId xmlns:r="http://schemas.openxmlformats.org/officeDocument/2006/relationships" id="256" r:id="Ra305692ca54540ff"/>
    <p:sldId xmlns:r="http://schemas.openxmlformats.org/officeDocument/2006/relationships" id="257" r:id="R6d747edde54b4707"/>
    <p:sldId xmlns:r="http://schemas.openxmlformats.org/officeDocument/2006/relationships" id="258" r:id="Rca77debbd4994b1f"/>
    <p:sldId xmlns:r="http://schemas.openxmlformats.org/officeDocument/2006/relationships" id="259" r:id="R7ffd4db2c34742a3"/>
    <p:sldId xmlns:r="http://schemas.openxmlformats.org/officeDocument/2006/relationships" id="260" r:id="R999491aed35a43f8"/>
    <p:sldId xmlns:r="http://schemas.openxmlformats.org/officeDocument/2006/relationships" id="261" r:id="R465ff67a667444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ccd8b50bd940cc" /><Relationship Type="http://schemas.openxmlformats.org/officeDocument/2006/relationships/slideMaster" Target="/ppt/slideMasters/slideMaster1.xml" Id="R02eac126906c4b16" /><Relationship Type="http://schemas.openxmlformats.org/officeDocument/2006/relationships/notesMaster" Target="/ppt/notesMasters/notesMaster1.xml" Id="R2cec7c4ad59a4dc5" /><Relationship Type="http://schemas.openxmlformats.org/officeDocument/2006/relationships/presProps" Target="/ppt/presProps.xml" Id="R89b0f0d4c93c48dd" /><Relationship Type="http://schemas.openxmlformats.org/officeDocument/2006/relationships/tableStyles" Target="/ppt/tableStyles.xml" Id="R9537662649a241af" /><Relationship Type="http://schemas.openxmlformats.org/officeDocument/2006/relationships/slide" Target="/ppt/slides/slide1.xml" Id="Ra305692ca54540ff" /><Relationship Type="http://schemas.openxmlformats.org/officeDocument/2006/relationships/slide" Target="/ppt/slides/slide2.xml" Id="R6d747edde54b4707" /><Relationship Type="http://schemas.openxmlformats.org/officeDocument/2006/relationships/slide" Target="/ppt/slides/slide3.xml" Id="Rca77debbd4994b1f" /><Relationship Type="http://schemas.openxmlformats.org/officeDocument/2006/relationships/slide" Target="/ppt/slides/slide4.xml" Id="R7ffd4db2c34742a3" /><Relationship Type="http://schemas.openxmlformats.org/officeDocument/2006/relationships/slide" Target="/ppt/slides/slide5.xml" Id="R999491aed35a43f8" /><Relationship Type="http://schemas.openxmlformats.org/officeDocument/2006/relationships/slide" Target="/ppt/slides/slide6.xml" Id="R465ff67a667444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00f97604f246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0a3b497d31449e" /><Relationship Type="http://schemas.openxmlformats.org/officeDocument/2006/relationships/notesMaster" Target="/ppt/notesMasters/notesMaster1.xml" Id="R891352c512a240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ad64a995464459" /><Relationship Type="http://schemas.openxmlformats.org/officeDocument/2006/relationships/notesMaster" Target="/ppt/notesMasters/notesMaster1.xml" Id="R5c9dd8cf9e034c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3009a7e5b64019" /><Relationship Type="http://schemas.openxmlformats.org/officeDocument/2006/relationships/notesMaster" Target="/ppt/notesMasters/notesMaster1.xml" Id="R8481eb632a2142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b76a308e6c44be" /><Relationship Type="http://schemas.openxmlformats.org/officeDocument/2006/relationships/notesMaster" Target="/ppt/notesMasters/notesMaster1.xml" Id="Rb7ace5f4f14844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f9ffdc992e4c0d" /><Relationship Type="http://schemas.openxmlformats.org/officeDocument/2006/relationships/notesMaster" Target="/ppt/notesMasters/notesMaster1.xml" Id="Rdcbec7c8c6644a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05de98cf6a4b90" /><Relationship Type="http://schemas.openxmlformats.org/officeDocument/2006/relationships/notesMaster" Target="/ppt/notesMasters/notesMaster1.xml" Id="R949916ea879d44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five-class model outputs class probabilities and four cumulative horizon risks. The dashboard reads the stored latest decision and does not rerun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sequence from repository test_00 through test_12c. Cost-based selection was removed because the public data does not contain an operational cost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output. F5 with P3 medium selected for horizon risk ranking. F5 with P5 less regularized selected for five-class classification.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TRD handles vehicles with only one readout. TR0 and TRV route insufficient or unstable histories to manual review. TR1 through TR6 use class, horizon risk, persistence and deterioration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Validation means: accuracy 0.970, Macro F1 approximately 0.203, mean horizon AP 0.043 for F5/P5, and Risk6 AP 0.032. Accuracy is dominated by the majority C0 class.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 and SystemCode/data/fleetcare_inference.py. Verified dry run: 193,095 readouts, 5,037 predictions and 7 COLLECT_MORE_DATA vehicles. Dashboard query filters isactive = 1 and in_maintenance IS NULL.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a11463ad349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8047b99d194aa9" /><Relationship Type="http://schemas.openxmlformats.org/officeDocument/2006/relationships/slideLayout" Target="/ppt/slideLayouts/slideLayout1.xml" Id="R518e8db451fa40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8e8db451fa40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4439ce28e4f1d" /><Relationship Type="http://schemas.openxmlformats.org/officeDocument/2006/relationships/image" Target="/ppt/media/image.png" Id="R3e5b5af9c2f644c6" /><Relationship Type="http://schemas.openxmlformats.org/officeDocument/2006/relationships/notesSlide" Target="/ppt/notesSlides/notesSlide1.xml" Id="R4288e7944aa846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49d5609f647fd" /><Relationship Type="http://schemas.openxmlformats.org/officeDocument/2006/relationships/notesSlide" Target="/ppt/notesSlides/notesSlide2.xml" Id="R632a462878a041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a710306744ca1" /><Relationship Type="http://schemas.openxmlformats.org/officeDocument/2006/relationships/notesSlide" Target="/ppt/notesSlides/notesSlide3.xml" Id="Readfb13413f44b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ae73486db4305" /><Relationship Type="http://schemas.openxmlformats.org/officeDocument/2006/relationships/notesSlide" Target="/ppt/notesSlides/notesSlide4.xml" Id="Rd58d934edad347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eff26d44e432e" /><Relationship Type="http://schemas.openxmlformats.org/officeDocument/2006/relationships/chart" Target="/ppt/slides/charts/chart1.xml" Id="R00cd52716d1644ed" /><Relationship Type="http://schemas.openxmlformats.org/officeDocument/2006/relationships/notesSlide" Target="/ppt/notesSlides/notesSlide5.xml" Id="Re349f993b01144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46dcf51064b86" /><Relationship Type="http://schemas.openxmlformats.org/officeDocument/2006/relationships/notesSlide" Target="/ppt/notesSlides/notesSlide6.xml" Id="Rbc80ed01cbcb4e7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2324A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45AAA8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232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B6AC9B-750D-4587-A397-BD6796EE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01 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0B0D8-2434-4CD8-A61C-2581FA0F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One vehicle history becomes one traceable maintenance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40379-9819-44CC-900E-841123DF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The model ranks risk. The rule engine checks whether the evidence is stable enough to 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98C13-046F-4511-929D-0D3446DF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B06E3-5323-4BFD-9DAC-FB0AD307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05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risk classes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50D40-0493-4467-BCBA-0D92AA31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0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C0 to C4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F8BB6-1FBA-498A-B5D0-B154726C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8337F-8DD0-491D-9C7A-AD68509E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EAD0C-6938-49AE-9DF5-990286FA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71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risk horizons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4783D-8CA8-4B4B-8AC2-F218F4D9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6 / 12 / 24 / 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503CF-C44C-4E14-BD9A-F0BBF8B7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8E6C2-4C3F-4151-B151-68D8D2D9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6CB60-71D2-428E-9117-6F327DB7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stored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A166D-FD8E-42E8-B983-9B32ACAA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latest active vehicle row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b5af9c2f644c6"/>
          <a:stretch xmlns:a="http://schemas.openxmlformats.org/drawingml/2006/main"/>
        </p:blipFill>
        <p:spPr>
          <a:xfrm xmlns:a="http://schemas.openxmlformats.org/drawingml/2006/main">
            <a:off x="3814580" y="1562100"/>
            <a:ext cx="7277464" cy="4095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3636D-542F-433F-8F48-CD48614D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12BFE-021D-482C-B741-8F35A182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52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3EE10-AE5C-48A4-9101-CC94C81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431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87F8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7927F-B575-48F6-9230-50F9588C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90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AAA8"/>
          </a:solidFill>
          <a:ln xmlns:a="http://schemas.openxmlformats.org/drawingml/2006/main" w="9525">
            <a:solidFill>
              <a:srgbClr val="45AA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97824-C0D3-458F-806E-66A485A4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90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EDE97-6C37-41C4-83E6-0274DAEA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813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45AA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5FDDF-A198-4119-A865-E4F7730C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52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0820B-8A90-4F4D-8D0A-AAAE5D2F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52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5A8A0-6D41-47F2-AB1C-EB4F61EC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7434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A5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EEE83-2C17-4B27-AC0E-E61DB070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76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AF83C-9045-43BF-839F-DA49E2B5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76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F0EA71-9228-4598-90ED-DCF8C2F8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673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35F4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2CD844-85B9-4322-9792-4075E268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91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7614FC-C70A-4121-B187-967F2C2F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959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1E509F-E441-4195-8D60-91997B7A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91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AC4C59-0CCE-47D7-907D-FCACED59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959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901735-12B1-46B4-B5CD-63C47D80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791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BD4666-6E62-4D9F-BFD9-1B1B941E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959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F917DC-C2AD-4D14-B5CE-84AB90E5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791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1E6159-F99D-46DB-BF64-39652E5E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708C40-32D7-48F5-90FE-2841FB41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30B3BA-597E-4E0E-8BA1-DEA00121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0:00–0:30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AFB80-DBA7-4750-B303-0E706101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8965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C7F8B5-118D-4321-AA74-D27241C8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02  MODEL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6A356-774D-4753-BBF5-F853CE57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64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The experiments progressively removed leakage, weak history signals and cost dependence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F1E3D-8921-43B3-A09B-F47F3785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Twelve experiment stages converged on vehicle-aware temporal XGBoost with no cost objective.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57B09-1730-4234-979B-DD7E8931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DAC06-90F1-467F-8BD3-D4C992A5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B8D"/>
          </a:solidFill>
          <a:ln xmlns:a="http://schemas.openxmlformats.org/drawingml/2006/main" w="9525">
            <a:solidFill>
              <a:srgbClr val="667B8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3403D-86F7-4DA1-9843-05318F09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FF3D2-C137-4B13-92EB-B1378F4E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B8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DEB4C-BB1B-4C8E-8C30-881ADF46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Static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8D4D5-8053-4591-8BEE-0E6B9DE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0C5B3-3840-43F8-B093-23F989EA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5DC5D-765A-4A1C-8A4A-7EC4999A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922FE-F5A5-410E-8A6D-4777392D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32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080D7-E61F-4EF5-B53D-37B06A65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Nonlinear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1A118-7662-438F-8842-C294B68E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B88C4-2A40-4BC3-955A-63918D95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F5145-C1E3-4D0C-A92B-082E41E5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6B499-C8EA-45A7-8A12-5D91AC7C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87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A427D-90D6-4BC4-8630-FC4F3BC1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Vehicle split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8D358-CDBD-443D-A313-1029E9E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Leakage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31C41-5347-4415-8DC8-577B8B64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AAA8"/>
          </a:solidFill>
          <a:ln xmlns:a="http://schemas.openxmlformats.org/drawingml/2006/main" w="9525">
            <a:solidFill>
              <a:srgbClr val="45AAA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90007-D8DC-4F51-880A-9677A519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BF83B-FA06-43F0-95C8-5A911F34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45AAA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D65F3-39DC-4BEC-8FCD-6B1916D8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Past-only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5EB89-B79A-4C12-AEBE-FBD2B389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Rates +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8F096-7F29-4D3B-AA1E-6AE048B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8425"/>
          </a:solidFill>
          <a:ln xmlns:a="http://schemas.openxmlformats.org/drawingml/2006/main" w="9525">
            <a:solidFill>
              <a:srgbClr val="BC842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BE0985-0CCD-41EF-A95E-6220170A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1BF623-C8FB-48EC-962B-7C60C5BF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C842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7ABC3E-0B9C-40FA-AABC-4B53DB20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Policy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928915-FA58-470E-9056-8B9D5B90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D9EED9-5DB8-42C6-A037-AB8ACE82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0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F4F99-6FD4-4E1A-80C8-9D967B72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0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1B3E5C-8D63-457A-B1B1-9CDBB849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A52C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354B01-1877-4116-919C-0F6538F0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33F20D-085E-4E1E-8A82-A4597C95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25 combinations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F775B1-93ED-414D-8F26-9A3BFFD5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FINAL DESIGN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9AB7BA-4C53-4CB0-AE0C-1A7EA8CE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47294E-D772-4B45-9360-C5F84234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2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vehicle-level split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A322EA-A504-44EF-BE1F-1D3A4D57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AA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AAA8"/>
                </a:solidFill>
                <a:latin typeface="Arial"/>
                <a:ea typeface="Arial"/>
                <a:cs typeface="Arial"/>
              </a:rPr>
              <a:t>past-only temporal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46F303-7431-4A54-B45F-06F516A8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no cost objective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5ABAC6-C2F4-4A71-A2DF-6BBE57A6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D2A2C8-5424-4BAA-8C6A-A30BB62F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82FFF2-CE3A-4FFD-B50C-8A3365A2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0:30–1:15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0C7C1A-9C86-4BC0-A510-7019957C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3092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328A6A-1510-4C61-8B74-FB3B4C20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03 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B871E-B89E-449C-A656-F8B569D1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9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Twenty-five feature and parameter combinations produced two final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0B15D-A3B0-40F2-8C80-CB0A20B6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One model ranks near-term risk. The other produces the five-class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FBE62-2F63-4B77-AFA6-334C5384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FEATURE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D6E2C-B1D5-4FBD-A82E-70127935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F1  all rates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59D1B-5547-4727-9EAB-C431B4D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314325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6BE56-C4B2-4C01-B40B-CFC209D1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F2  rates +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7535B-2B75-4CE5-ABE7-44404BAE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314325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4DB39-A127-4C8C-A503-EA3CEBC1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F3  short rates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A6313-9692-4AED-9223-B0B36D93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314325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24BE4-D908-49B7-92FF-F6710C0F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F4  long rates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8B0FF-6F31-4F41-8375-285EE61D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48125"/>
            <a:ext cx="3143250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BFB6A-7964-4C15-9ADF-34474653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F5  rates + short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5F71F-51BE-41C4-886A-D433927E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314325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6A52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FCC67-9AC4-432E-9DB0-8680808D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003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F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5CD27-D2E0-4F06-B1F4-4DD7DEC1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279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BE61A-F720-49CC-8E8E-D6E226F4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71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combinations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61C66-A29C-4692-80C2-C2F60DE6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57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screened on PolicyDev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603AA-BC2F-4AAF-8D15-DD502DEF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192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PARAMETER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F08B9-607E-4B1D-829E-26030E96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P1  regularized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5967D-2217-4D8A-A2D2-B74CFB68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76A9E-0E11-4CF9-831E-0DDA0F1C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955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P2  shallow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0FDE1-7079-41D5-8B46-B6424DA2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456A4-8F54-4045-89C8-1E402F79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147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P3  medium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1DD83-77C0-43F5-BF1E-057A4C29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2900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087F8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C578A-D545-422F-AF03-F543A886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P4  very shallow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405BE6-10F0-44F7-8581-BB66B6C0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4812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326422-5E3F-4C34-A503-3B1C5C18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52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P5  less regularized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9DF4DE-BC4D-47EA-9391-5B028EB6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672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6A52C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15BA95-8225-4F6A-A08A-981A14AF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D83ED-9705-42DA-83AD-0FA95E33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81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DC4F45-4DE0-48F7-A2AD-0D99569B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292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87F8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332F99-0D65-4D58-8804-D76E6446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720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2324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CD309B-620F-41F8-8523-99B42674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292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A52C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76B043-902B-4C21-9439-17DE799B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6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F70BFF-8F41-4FE9-918D-B7FF826D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F5 + P3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C528A1-67BD-47B2-ABE2-77FC6275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Mean horizon AP  0.192 ± 0.014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8E6DD4-8346-4EC0-B781-581FB5C4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6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FIVE-CLASS STATE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570459-A502-403F-82ED-7C00394B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76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F5 + P5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DE1EA3-4447-4902-9DB6-F92BD080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38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Macro F1  0.202 ± 0.004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7D5FE9-CDA8-471F-A630-5C4FB438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C3D21-91F0-44DD-A7E7-6D47491A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9F39D8-581A-42BF-BC4A-3AD69F52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1:15–2:00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A8EEBB-9A91-4498-AD84-8D3550FC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16022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575B65-674D-4D30-8946-040ACDD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04  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87258-8874-4FCB-87DC-4A32D559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38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The rule engine checks history first, then stability, before assigning an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91C5A-7F91-4239-8D82-C579A003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A failed evidence check stops the vehicle from entering the maintenance queue.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55CF1-B2A9-4CDB-898E-EDA1C25E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B54BA-E242-4CE0-8477-ED45516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4B94E-A44A-4530-9B94-95A1F669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241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87F8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E1840-B604-46D9-9AFB-6C2280FE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193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6B4B0-B272-423F-9CD7-D967EA24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43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BD54C-D932-4E45-AF8E-6BD2DF8D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33675"/>
            <a:ext cx="91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8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Enough</a:t>
            </a:r>
          </a:p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readouts?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06571-3F15-4879-8B60-EC27417C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76550"/>
            <a:ext cx="1133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32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8F9C9-AFCE-4E58-B1BA-CF63DB13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7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E7B6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E7B6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9E690-098D-4B47-BC2E-50FD5BEF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241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6A52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5A1D6-7B44-4998-95F0-ECA4C074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9B451-5706-4B76-8EA4-EBACF34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43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0DDC2-E611-4C3D-87BA-AE387176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33675"/>
            <a:ext cx="91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7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Consistent</a:t>
            </a:r>
          </a:p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trend?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B6006-FAF2-4E24-8F29-8E572460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76550"/>
            <a:ext cx="1133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32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1525D-67AC-4F85-AABF-CDF8CE14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E7B6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E7B6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25B46-2845-4D61-AF3C-29A7CC78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35F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6F839-E674-4764-9B2A-EFD0240E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4193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7D4A7-7FEF-4D65-8321-0B3FD27D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5399E-B2D1-4706-8F64-DF4A7924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33675"/>
            <a:ext cx="91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Class +</a:t>
            </a:r>
          </a:p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horizon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DB0813-7428-4E32-8EDE-BAC0A5CE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76550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32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36F66-A69A-4340-AC65-98D38FD0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336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AA42F-EBD7-4964-A728-F2D592F1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8974BE-23AF-4F23-8354-AB740749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14540-EA3F-4F71-B985-BF91AE9C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100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BA39FE-F384-4176-8477-83F12CCA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291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CD7E6-AF1B-4489-B53B-E5442747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244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only one readout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61D7A9-9615-4347-90D1-54549C88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29000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834026-5531-4346-B730-CA502313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FF38BA-9DDD-41FA-9097-EB08084F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4100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TR0 / TRV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5A1970-7EB4-4D6F-8E0B-2C59D65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6291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29C8BB-5E90-4CF2-BDED-F5F631D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2442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short history or unstable jumps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519A98-4056-4E54-8E6C-98A156F5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5737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BD3057-6A93-441F-A564-E58F2885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811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ACTION SEVERITY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40F847-AD3B-42CD-A2FE-0AB27A51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57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CB40E9-F3F4-40FE-B889-E7B89916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9A2E60-E7E2-48D3-AF66-03A6636A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431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PRIORITY INSPECT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0C638A-C565-4893-808F-38C22035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288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C4 + extreme Risk6 + persistence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67BD02-55FE-4356-B898-B7009624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8425"/>
          </a:solidFill>
          <a:ln xmlns:a="http://schemas.openxmlformats.org/drawingml/2006/main" w="9525">
            <a:solidFill>
              <a:srgbClr val="BC842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2A3D01-547F-43DA-A8FC-537FB1DE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C84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C8425"/>
                </a:solidFill>
                <a:latin typeface="Arial"/>
                <a:ea typeface="Arial"/>
                <a:cs typeface="Arial"/>
              </a:rPr>
              <a:t>TR2/3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B9D4E9-DFC1-4435-BF69-84F764D3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289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C84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8425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B81A93-24F3-4D3E-905F-40DD62A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146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C3/C4 + Risk12 or persistent Risk6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47E425-5486-4896-BF6A-6B8A2E01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29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4E4F25-D920-44B8-89CD-6DF85604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433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391E14-DF00-4D03-AEE9-7CE37F7E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147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ENHANCED MONITOR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A3A1DE-EE6D-4F97-86FD-4166B73A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004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C2 or Risk24 + trend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CA912E-BBFA-431F-9733-EDEB6DC3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14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39EA64-756F-48FC-8E3C-CCB4618A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29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D88D73-8F89-45D1-B280-1D8B0CBD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005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6628E2-FAC3-4185-9D1E-7DC36CD5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862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C1 or Risk48 + trend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BD464D-8DEA-4E36-B55F-76846FD3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2"/>
          </a:solidFill>
          <a:ln xmlns:a="http://schemas.openxmlformats.org/drawingml/2006/main" w="9525">
            <a:solidFill>
              <a:srgbClr val="4E7B62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CB8E2C-EF37-49B1-BD80-15A0A7B7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149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E7B6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E7B62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4E6825-5742-46B1-8687-36992ABC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863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B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7B62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F7E72E-B8B8-4292-831A-F1977C80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720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no combined evidence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519524-101D-4FC2-A937-2DC87050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Escalation requires aligned evidence from the class, horizon risk and recent history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632ECC-3D50-454D-8672-1485FA2B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4CBD26-78B8-4E4E-898F-4ACC3AE1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5A933D-2C34-4E5B-B1A8-47B2E1FD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2:00–2:45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08F121-9528-49AB-BC27-6765C8D7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5379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FF5CD-7BCD-428D-90E2-18BA2AD8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05 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2CA2B-2A87-45A1-8855-714106E5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0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Accuracy stays high because C0 dominates. Macro F1 and AP reveal the hard part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B98AE-1BAF-41DA-8559-AA17A003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Official Validation checks the selected models on vehicles excluded from PolicyDev.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8D511-3BDC-49C3-A4DF-3BE72650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97.0%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27D47-8A83-48BA-8EA4-51977355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56E56-C9D7-47D9-B661-2AF26F3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dominated by C0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30F61-85FA-412F-A3F4-216ADF67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9C175-78F5-4A99-A2D1-5A7FC333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240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20.3%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1CFB0-B75D-4422-A721-0570DD8B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93644-9F03-4BE9-9639-5330FC56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five-class balance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0AEE6-1A6A-4C4D-A634-1F9CA575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109EE-4A5A-488F-A9E5-6B91F461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240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4.3%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4D1C8-98A9-4B25-9F9E-F96FD03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MEAN HORIZON 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13185-CEA2-46CE-B446-DC126E1E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minority-risk ranking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95370-0D46-48E7-B79D-3A4A4130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3C4A1-BD1B-4CFB-B3E3-EAD76136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OFFICIAL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A3E1E-37EA-4F9F-B659-B4C4984F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F5 + P5 has the strongest validation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A879A-7F49-46C4-B78B-5A3FFDBD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Risk6 AP remains low at 3.2%, so immediate-risk decisions still need the rule engine and human review.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095750" y="3190875"/>
          <a:ext xmlns:a="http://schemas.openxmlformats.org/drawingml/2006/main" cx="7334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cd52716d1644ed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E2F90-3DB0-4D24-BF5D-3AB10AC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2336C-4BB6-440F-8772-869C3E18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69360-A6F4-417F-A524-A3298801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2:45–3:30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10348-DF79-4DE1-9891-54CBAEE0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875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3B7FE6-FF78-48C3-87C4-39E0CAF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06  PRODUCTION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4C0B1-7575-4756-800B-F066B601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95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The batch script scores the latest available vehicle history and stores the result once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6DEE9-3DEB-473E-A3F2-572C987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The dashboard reads the latest active row. New readouts trigger the next batch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D5737-4187-4B58-B59F-11399C9C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1455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3"/>
          </a:solidFill>
          <a:ln xmlns:a="http://schemas.openxmlformats.org/drawingml/2006/main" w="28575">
            <a:solidFill>
              <a:srgbClr val="087F8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E17E1-FC8C-4927-B120-CAA20F5B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7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fleetcare_inference.py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840B8-9F57-4442-BDB4-1160937F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52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24A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B7370-5018-4A84-8C66-86534269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29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24A"/>
                </a:solidFill>
                <a:latin typeface="Arial"/>
                <a:ea typeface="Arial"/>
                <a:cs typeface="Arial"/>
              </a:rPr>
              <a:t>model  ·  SHAP  · 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E986A-A63B-40C4-85EC-3442A757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9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57C0C-1EFC-442F-B85E-466EF7B5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FFB1B-8741-46EB-A929-43D0515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truck + readouts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8A33D-E689-4C89-8653-D91147C5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95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18F16-F943-4CC6-BD46-80E9E0AE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Model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33ECE-860A-4AA1-B603-C48EFD90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19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model +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96383-517E-4335-9F1C-FA62F6C2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63" y="2209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349D4-F7D5-40AD-8E98-7721A74A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PostgreSQL public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23AC0-8F52-4822-84B0-66A02FC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analysis + prediction_shap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55509-1915-456E-A7C5-72B50A08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495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6C075-EC64-4D08-AD83-28DC5160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381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2489F-1DB7-420F-96CC-D5273632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619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latest active 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ED74F-8980-4D91-BD05-072863E0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BE079-EB15-4A0F-843F-49EA4F99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937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04B73F-FCB1-4BD4-9059-9C899702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813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FA4BF5-FF4E-419D-B973-DA7EC9A0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053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F5620-0610-4995-981B-5773DB61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95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62B28-6007-4F8C-9BB4-4756AAE2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95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FC010E-9987-4EE8-A48D-A7ED2455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414F44-1D00-4A96-A2B5-E96B0764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9E17F-417A-4B57-86FF-EA22F5B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B6A42E-7AAC-40C0-BAE3-F979D0A1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195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58031-F801-4C08-B601-8B507C84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195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2545EA-8249-462C-A729-EBE65C07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053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CAAEB8-AE93-4B72-9133-196F2F1E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90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run_model.py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32BA79-382C-413F-AA27-0A3D0DEB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CLI entrypoint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0004D9-1399-49DB-A304-05811CF4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04578A-78B3-4D01-8B5E-429303ED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397D2D-2D6A-4904-9DD0-03FBBBE1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D54A66-05C7-4FAF-AE7A-F4BA4BAD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9D6F17-6124-4A36-902B-D46BBCCA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EFDE80-5778-4970-932D-7108C1CB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DD28A3-D79B-4594-9F22-28B63F17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8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EAFFEB-D284-4965-BA4F-477FD86B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A70651-AEA6-4365-A533-083FE3C8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DE20F0-EB15-4310-B5B9-6A74ADAB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3:35–4:20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42712B-A9D5-461E-BA8D-72AAE834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387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2026-10-12T23:17:19.9300000Z</dcterms:created>
  <dcterms:modified xsi:type="dcterms:W3CDTF">2026-10-12T23:17:19.9300000Z</dcterms:modified>
</coreProperties>
</file>