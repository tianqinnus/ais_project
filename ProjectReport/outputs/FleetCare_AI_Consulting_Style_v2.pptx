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3e3ca605f94c47" /><Relationship Type="http://schemas.openxmlformats.org/officeDocument/2006/relationships/extended-properties" Target="/docProps/app.xml" Id="Rc836f014e2614642" /><Relationship Type="http://schemas.openxmlformats.org/officeDocument/2006/relationships/officeDocument" Target="/ppt/presentation.xml" Id="Raa2d395ce687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9530f7b0f74d1e"/>
  </p:sldMasterIdLst>
  <p:notesMasterIdLst>
    <p:notesMasterId xmlns:r="http://schemas.openxmlformats.org/officeDocument/2006/relationships" r:id="R3e11b5317ea94a3d"/>
  </p:notesMasterIdLst>
  <p:sldIdLst>
    <p:sldId xmlns:r="http://schemas.openxmlformats.org/officeDocument/2006/relationships" id="256" r:id="Raabfa76b7f714d25"/>
    <p:sldId xmlns:r="http://schemas.openxmlformats.org/officeDocument/2006/relationships" id="257" r:id="R183f6fde7a7747f9"/>
    <p:sldId xmlns:r="http://schemas.openxmlformats.org/officeDocument/2006/relationships" id="258" r:id="R1745c359f4fc4f3f"/>
    <p:sldId xmlns:r="http://schemas.openxmlformats.org/officeDocument/2006/relationships" id="259" r:id="R5bf1cf1815e843a6"/>
    <p:sldId xmlns:r="http://schemas.openxmlformats.org/officeDocument/2006/relationships" id="260" r:id="R2af2facd0f6b43e8"/>
    <p:sldId xmlns:r="http://schemas.openxmlformats.org/officeDocument/2006/relationships" id="261" r:id="R1856af68aeb3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811ceb5d54bf1" /><Relationship Type="http://schemas.openxmlformats.org/officeDocument/2006/relationships/slideMaster" Target="/ppt/slideMasters/slideMaster1.xml" Id="Rca9530f7b0f74d1e" /><Relationship Type="http://schemas.openxmlformats.org/officeDocument/2006/relationships/notesMaster" Target="/ppt/notesMasters/notesMaster1.xml" Id="R3e11b5317ea94a3d" /><Relationship Type="http://schemas.openxmlformats.org/officeDocument/2006/relationships/presProps" Target="/ppt/presProps.xml" Id="R98d41a2a79024a7f" /><Relationship Type="http://schemas.openxmlformats.org/officeDocument/2006/relationships/tableStyles" Target="/ppt/tableStyles.xml" Id="R83f56925a0fe4beb" /><Relationship Type="http://schemas.openxmlformats.org/officeDocument/2006/relationships/slide" Target="/ppt/slides/slide1.xml" Id="Raabfa76b7f714d25" /><Relationship Type="http://schemas.openxmlformats.org/officeDocument/2006/relationships/slide" Target="/ppt/slides/slide2.xml" Id="R183f6fde7a7747f9" /><Relationship Type="http://schemas.openxmlformats.org/officeDocument/2006/relationships/slide" Target="/ppt/slides/slide3.xml" Id="R1745c359f4fc4f3f" /><Relationship Type="http://schemas.openxmlformats.org/officeDocument/2006/relationships/slide" Target="/ppt/slides/slide4.xml" Id="R5bf1cf1815e843a6" /><Relationship Type="http://schemas.openxmlformats.org/officeDocument/2006/relationships/slide" Target="/ppt/slides/slide5.xml" Id="R2af2facd0f6b43e8" /><Relationship Type="http://schemas.openxmlformats.org/officeDocument/2006/relationships/slide" Target="/ppt/slides/slide6.xml" Id="R1856af68aeb3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d56e3358b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5cb0bb421f412c" /><Relationship Type="http://schemas.openxmlformats.org/officeDocument/2006/relationships/notesMaster" Target="/ppt/notesMasters/notesMaster1.xml" Id="R8ff50bf98854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54a3a133dc4a3f" /><Relationship Type="http://schemas.openxmlformats.org/officeDocument/2006/relationships/notesMaster" Target="/ppt/notesMasters/notesMaster1.xml" Id="Rd8d08137241544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cac4f8c2048e7" /><Relationship Type="http://schemas.openxmlformats.org/officeDocument/2006/relationships/notesMaster" Target="/ppt/notesMasters/notesMaster1.xml" Id="R8124096dff2e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8eb48d1894587" /><Relationship Type="http://schemas.openxmlformats.org/officeDocument/2006/relationships/notesMaster" Target="/ppt/notesMasters/notesMaster1.xml" Id="Ra8bc33326ac8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d95066f4524c63" /><Relationship Type="http://schemas.openxmlformats.org/officeDocument/2006/relationships/notesMaster" Target="/ppt/notesMasters/notesMaster1.xml" Id="Rcc542c6ad312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eb5664bda45d3" /><Relationship Type="http://schemas.openxmlformats.org/officeDocument/2006/relationships/notesMaster" Target="/ppt/notesMasters/notesMaster1.xml" Id="R0f0d659c292045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The truck artwork is a generated technical illustration and is not presented as a real vehicle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excluded because the public dataset provides no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 ranking 0.192175 ± 0.014271 and five-class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P95.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115531255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6c5ab630342b3" /><Relationship Type="http://schemas.openxmlformats.org/officeDocument/2006/relationships/slideLayout" Target="/ppt/slideLayouts/slideLayout1.xml" Id="Ra2f8402c0e834e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f8402c0e834e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128dd5ddf4b58" /><Relationship Type="http://schemas.openxmlformats.org/officeDocument/2006/relationships/image" Target="/ppt/media/image.png" Id="R6757b4f4ae2e47a9" /><Relationship Type="http://schemas.openxmlformats.org/officeDocument/2006/relationships/notesSlide" Target="/ppt/notesSlides/notesSlide1.xml" Id="Rbd38d044b25644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dc795fa984451" /><Relationship Type="http://schemas.openxmlformats.org/officeDocument/2006/relationships/notesSlide" Target="/ppt/notesSlides/notesSlide2.xml" Id="Re15e3a1524fc44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a3966d80410d" /><Relationship Type="http://schemas.openxmlformats.org/officeDocument/2006/relationships/notesSlide" Target="/ppt/notesSlides/notesSlide3.xml" Id="R84ee65aebbbb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8c73f68de4cfd" /><Relationship Type="http://schemas.openxmlformats.org/officeDocument/2006/relationships/chart" Target="/ppt/slides/charts/chart1.xml" Id="R4c034f301b7b4b9e" /><Relationship Type="http://schemas.openxmlformats.org/officeDocument/2006/relationships/notesSlide" Target="/ppt/notesSlides/notesSlide4.xml" Id="R917ad880d2e4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6ae8cf8674878" /><Relationship Type="http://schemas.openxmlformats.org/officeDocument/2006/relationships/notesSlide" Target="/ppt/notesSlides/notesSlide5.xml" Id="R09420578e8e548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3b76cafdf4fdc" /><Relationship Type="http://schemas.openxmlformats.org/officeDocument/2006/relationships/notesSlide" Target="/ppt/notesSlides/notesSlide6.xml" Id="Rae844c8e2fb74a9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83A56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1A5A1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23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5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6F4EF"/>
        </a:solidFill>
        <a:ln xmlns:a="http://schemas.openxmlformats.org/drawingml/2006/main" w="0">
          <a:solidFill>
            <a:srgbClr val="F6F4E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4EF"/>
    </a:solidFill>
    <a:ln xmlns:a="http://schemas.openxmlformats.org/drawingml/2006/main" w="0">
      <a:solidFill>
        <a:srgbClr val="F6F4E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1EB67-0F17-4090-A92E-59B78018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3E49A-0B6C-4331-B3B6-BA77C7CB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A20D4-A302-4798-AABA-CAF0C7C1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7049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AF7BC-DF72-428D-9C6D-20B0F8A7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CEE87-2B8D-4AB5-8ABE-1F0C9E5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36B94-BE65-4294-A7E5-A0504485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A82EE-A9AD-46B3-96A9-F430B3C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BF0C1-95A6-49DE-B361-ACF99C15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FB1CC-647B-49AE-8831-D66297F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01  /  EXECUTIVE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36811-06C1-4EC9-AF73-0ED7431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4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system converts irregular telemetry into one auditable action per 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FB4E7-1DDF-41AA-80EF-4CDFF750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A five-class model ranks risk; a temporal rule layer stabilises operational decisions.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7b4f4ae2e47a9"/>
          <a:stretch xmlns:a="http://schemas.openxmlformats.org/drawingml/2006/main"/>
        </p:blipFill>
        <p:spPr>
          <a:xfrm xmlns:a="http://schemas.openxmlformats.org/drawingml/2006/main">
            <a:off x="5715000" y="1502267"/>
            <a:ext cx="6000750" cy="33772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BBD0E-B4CC-40B2-A5A5-FB9B5A2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EC159-0DDE-4C7E-90CC-B1532A5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classes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6DEFF-4BB8-436F-B546-ACDBA115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CFC59-DA11-4C1F-A424-0C79C993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FA932-2EFB-419A-8AED-121AD2E0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A1BE7-2265-4D55-BE34-277E12CA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ABD14-9799-4A28-9F11-E9B7A42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DC843-BFD9-4151-8311-CDA6088C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DE0DE-B78E-4C7B-A066-6CF5604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B3A75-41F6-450D-A01F-484BB6A5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latest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14F7F-18AE-4498-9927-6239193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per active vehicle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E4C09-01D7-4078-986F-0545E48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2F3AC-46E6-493B-A36C-BB9BDB7F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A4C05-FE15-45C7-A154-B20AF4F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52F9B-FE05-4148-A07E-1D89E922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48F78-B000-45AA-BD07-0B2F1C5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8E6E1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E028B-48CE-44A9-9691-218832A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reads stored evidence; it does not rerun the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C5B1E-10E4-42F8-B4CD-C7ACEB23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BF20E-86D2-4945-91F3-415466B6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70315-6B98-47C0-BC3A-AFC8D73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234189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5C74E7-EDA6-430B-8BE7-BA3DA12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6AFC3-7C62-4642-8FDF-5A2B6FFD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29DEF-ED68-4881-B904-DE1ED9F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B76DC-E359-4B0B-A574-CCD064C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2193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184BE-6007-4BFA-92E6-A6C5207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2D155-E2A7-4545-ABB2-DEA8C23C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2E4C0-38F4-4051-A97C-463E6B13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1FBE4-3333-407A-ADC2-87B61500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9BB4A-FCED-48AD-B6B0-579245D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02  /  MODEL ITERATION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77EC9-CCC9-4C3D-8D31-F05139F0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Each iteration solved one failure mode and narrowed the final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16FD6-6ACC-4217-B15D-6D24B228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sequence moved from a static baseline to vehicle-aware temporal modelling and no-cost selection.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81CD2-D1B4-4EC3-8CB9-0D4326D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27049-AF7A-4AD0-BE91-49C69086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03BAD-177E-4F0C-BDFA-E4AC55F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715F2-F818-4486-A7F7-2B74CD00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1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Static baseline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imbalance exposed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3A660-9814-4BF2-A37D-25BBB36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9C012-470C-41D2-81F2-F788222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BD528-60DB-482E-8268-B1D6725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20AD0-7932-419E-B96C-62BDF7AE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Nonlinear model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Full probabilities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45DF-792F-4D28-95C8-D6D2E89F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3A5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953E9-787B-4B32-93E5-7DB1E01A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A9774-58F8-49BD-9428-B27F2F68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44524-99D1-4CF2-BCC7-CDEE734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82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Leakage control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Vehicle-aware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77D96-E45E-481E-8D17-F08F0AB9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43943B-75EE-414B-A395-0FBE6B9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41A5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A5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A5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3B3B2-F868-4799-A53B-D5E24EB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2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AD08D-89A4-45D2-9C35-586F4057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6962B4-2428-45EF-ADDA-04D8FE1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A5A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C14AB-E430-44E0-B9FD-37E54CF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C28B2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8B2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95A21-199D-456E-A168-E245312C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1B6D7-FFDE-4C54-9A1C-99B5445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Calibration + capacity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Cost later removed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63A58-1CA5-43EF-950C-8D1CB805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28B2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83837-6337-495A-91BB-4FCEC6D4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D412D-4A0B-496E-9513-B2A74EA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D1B468-BB0E-43E1-B4DF-BD8FEBC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Two winners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644EF-5276-4001-8F2C-095872D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8C54F-5CCF-4ECA-9022-6F95205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9096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1430">
            <a:solidFill>
              <a:srgbClr val="5D4DB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98A3A-C090-465A-931B-D9439BFB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D35FF4-DD89-40A6-AF5E-569F8D3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 + vehicle-aware history + past-only temporal features + no-cost model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DC64C2-1164-4606-BAE0-AFFE9B0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9946C3-27E6-4CCC-99A3-D20439E6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D74945-720B-423C-927B-852B6AA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1410316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CD0E54-BF6F-4043-A075-8D513E56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CCA8-E204-4181-9121-0F866CA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AB836-09F0-41C2-88B3-98A4506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2B0E2-1A36-4B21-9C2F-22023D2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869F3-F72E-4C81-A068-5708558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733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08C96-E28D-447A-B941-3F418E2E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9808E-B686-4FCB-87DA-42345EF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ABAB8-CA1C-439C-89A9-FACD2C23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D6F7D-D114-43EF-9B25-95EE732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03  /  MODEL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72BF5-1A45-4403-B79E-F4564A36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9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Twenty-five candidates narrowed to two models with different jobs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C906E-3B60-4444-A3A1-82FF0CB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Feature design and parameter search were evaluated together, then checked across five random seeds.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BB641-A0C6-41E1-B90E-764B7C1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 EVOLUTION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ACA65-87F3-4809-AA69-229A4F9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952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EE815-1617-4DE7-8321-39EB9DB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3A1E8-8595-4884-AA46-A348FD48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5737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rates, all horizons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D804-7033-497B-915C-2F400C8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87F10-B847-4C81-8591-CB492E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4B255-AEC9-46C2-8B7A-5E0E82D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 +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64673-0E71-4A2B-AEC0-F57A579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5812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78019-E3FD-40C2-B1DC-360AA81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4DB11-0CBD-479E-92EE-148091B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051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short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18D0A-E347-4CC0-8AF5-04040F91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95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B2CB2-D82D-43C3-ADBD-44A3B7E8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FA46B-8E22-4E16-8A31-DE1D85EE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long rates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E95FB-BF9C-451B-9548-44F4ED7F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099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E6C44-35D2-4EDD-8E19-FCD75581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70E9C-F418-4BDA-84CF-0FBBAC2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all rates + short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12EC2-8E87-4291-8B6A-6BE91F5A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PARAMETER FAMILIES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C006F-7DB2-4B1E-BF1C-AD48F44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E8CB8-6E9F-4127-B7A6-01CBAE3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DC10D-4095-4458-961E-3F190F6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regularized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9E069A-C3F2-42C3-AE4B-70710BCF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A5CE7-4C03-4D5E-8BBD-0B5854EE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shallow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31A5C2-3482-4558-BE99-DEF25091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BE173C-9485-44C8-BFE7-3F6DF49F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148B4B-64A2-4007-A9A4-A584ECB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AA413-0BE9-4BA7-96A6-C378C493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very shallow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2C3FF-E52A-4790-BD26-0AF23E8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F1E746-7F4D-47E4-84B9-C537A6D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05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less regularized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7B2575-04CF-4AB3-A444-FD67E3E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2952750" cy="8572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initial screening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050CDD-9D9B-4C25-9BC4-3562914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381250" cy="7810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6 finalists</a:t>
            </a:r>
          </a:p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5 random 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F2D290-1678-48A6-8566-B217B87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809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95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 selected</a:t>
            </a:r>
          </a:p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C49D4-61CE-4FFB-8A14-A01C95F3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193034-08E4-441C-A12A-87A4DEC9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4DE6C3-311E-4E2E-9B30-11DF5035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6D729D-054D-4CAE-8093-3325264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C447F4-F47C-42E2-B648-AF0A93F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24500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849E00-4023-4D33-8B79-8CDD895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F9E6DE-3C1E-4C85-A590-E69A4334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79EA9C-F39E-4F5D-97BD-E5F3A1ED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F43E20-A0F4-4A33-BF9F-F1BC64C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24500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FBCBC1-A758-467A-B5B0-761BDAB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D9784A-E48E-414C-A0D5-D35E67A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22D3F5-528E-4EFE-AC8A-AE5D984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66A5CD-14B1-4810-B65D-4A9C2ED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608406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12E52-7F71-4D55-8A84-8A32D2B3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24DA-51CB-4012-A755-C2FFBF6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D3C2D-DEAF-4E0F-BF05-2EA215A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A9742-DB35-47D3-AB12-EE17601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238A8-D482-4B5B-8976-6A1180A1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F4A1C-BB05-4703-A857-53BDFEF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2480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25A50-8C61-4AED-9D0B-A48967A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F727B-97FC-4F1B-A7EA-0CA3B06E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2BBA4-C69F-4033-8D62-FFCBC73A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04  /  MODEL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15946-155C-4C08-8355-31A36FC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High accuracy hides the minority-class 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E923-5EA3-4182-9037-58F5A267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PolicyDev selected the models; Official Validation remained an independent diagnostic.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D7FB9-C130-418A-B4CD-CEFA628C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1485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5A7CC-523B-4367-9CAC-D8092E5C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E7D1-44DF-47C9-9C02-CF2D7699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PolicyDev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92E6D-D803-4B12-A06C-0E7C5730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622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661FC-1BD6-4EB4-AA98-58EF380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1638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D8A62-BEB1-4B19-B3DC-C045F73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C8824-98B0-40F4-8DC2-0C03EDAA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764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69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Official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BD05D-B184-43A0-9BF6-08862F0D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Selection and validation answer</a:t>
            </a:r>
          </a:p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different questions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5000625" y="1676400"/>
          <a:ext xmlns:a="http://schemas.openxmlformats.org/drawingml/2006/main" cx="62865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034f301b7b4b9e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2FA8F-F93E-4984-A27E-83604FC5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73355-AD91-4C68-90F7-6A8E5A26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0.970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AE165-C046-4198-91A6-9BC7940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5DF5B-A120-450F-9D05-4565E171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Dominated by C0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90751-5A78-44D2-80E0-FDD3430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24E12-6CAF-4EAA-A0A9-B66E734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29C76-33DC-4FDE-A942-F9D84255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5B9A2-B61C-4DCC-9B7E-5BDECDC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34CEB-0980-4761-9991-5A9E438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56EE0-9AE1-4A23-8E20-3DFA8772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DCB41-90BB-43DD-A6D9-46EF1E0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8959E-1D28-4F70-8D69-37C72F47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6BF75-97E5-44E8-A132-6A52CC3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01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EDD8"/>
          </a:solidFill>
          <a:ln xmlns:a="http://schemas.openxmlformats.org/drawingml/2006/main" w="9525">
            <a:solidFill>
              <a:srgbClr val="C28B2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A284F-A5E5-40E1-940B-9CE40F1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149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READ THIS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B47D29-69D5-4D3A-BFD6-89573CA3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43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41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 and horizon AP</a:t>
            </a:r>
          </a:p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carry the decision signal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209B2-2568-468D-A878-DF9F37B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E97B0C-B5FC-4775-BB4B-353803C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6747B-7CE3-4874-86F1-19387644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462366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8225E9-2BCA-43B5-A62B-7668277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07C2D-F99B-4ABB-A175-5659BB0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D014B-16B5-44C5-BE3B-9D85759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1B756-0B7C-4775-94F4-CCD9E71E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A01E9-576F-4196-AA57-C23D66C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1B59-C08A-4E93-BFB9-F9D336F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FBE78-5940-48B3-A9DE-7465188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762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8542-A522-434B-AF1D-FA4CD008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FDFC9-3641-4AA4-AE14-6597EE3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05  /  RULE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D90B1-ECB2-4AD0-8108-8BB28D5D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3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Three gates prevent unstable predictions from becoming maintenance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C068A-1579-45BC-A289-594D346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 sufficiency and confidence checks run before the risk-severity ladder.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CE08C-34E1-4876-AFDC-EA9AC28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163D9-6FFF-462E-9EE4-5B744C2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CC40A-1930-4107-B7D4-F823CB2D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C3DD7-E33F-4D2D-8E85-2CE6E7F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One readout?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E0BF3-4968-415D-BDF3-4A1133D5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C0FF6-2DA0-4D79-85CA-D0F293D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CD373-8148-430D-885B-90BCBEE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Low confidence?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Repeated large jumps?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C7932-A04C-44B2-916F-03F0E0D5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D963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F343E-37DB-4BC7-8ED7-BB3417E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94307-9F42-4A91-BF57-055F51C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+ horizon risk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+ recent trend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BBB7D-1D6E-4EA9-9DC8-B0E34DD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C6815-4F25-47EF-9A67-EA035868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BC6BD-FA98-4A88-8002-598B8906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72019-3CE4-4758-AAE3-D176C48F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9FEBF-DCCA-4719-B46D-A759790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0917D-A66E-4C56-98FF-AD0EB27A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TR0 / TRV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ADFBC-2434-4C83-9A64-DA21A31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SEVERITY LADDER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3E5B7-6304-4C16-91C5-578B63C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A49BF-7EF8-4AF3-9866-40DA6E3E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3F86F-FA69-4257-B0C5-B87B375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AA04B-3B86-43B2-98B4-E903651B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621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453D3-E923-4E12-975D-F66CAA4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0C3D73-A4F8-45F1-8794-76D4B00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6E61E-5B57-48FE-8F0F-84747DA9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338365-C8B5-4AEA-A707-44221B92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06D9E-0C31-48E6-8DC8-7D8B7AC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5FD084-0CA4-465C-8146-BB65B38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175B87-6A9B-42F7-912D-E416FE5E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14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F9DC5-3A6D-4147-8595-87ED55C8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AFDDF-C5E4-4A49-90A2-937D47D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052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9A58D4-CEF6-493E-A88C-D5E07FB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180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A5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EAB711-9DEE-430B-A1BA-4AEDB86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814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A7B50-7BC2-49E0-B1C7-1490981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624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DC21E-6C89-403E-9CBC-EF7A765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719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D607A-EA70-4E9C-B869-E707AB1F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B6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71C5B4-2042-4867-B899-C5134A0B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A4FBDD-3287-4B2E-AAEE-9DAF69F6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29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735BCC-0D21-4B24-8441-D45FBE62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387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39C401-6BEC-450D-B412-A6C9531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719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Escalation requires aligned evidence from class, horizon risk and recent history.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D0AE51-46E3-4D2B-B088-3DBDDA1E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719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History overrides model confidence when evidence is insufficient or unstable.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2EB9E-8CBC-437C-A52C-8AAC0FD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42523F-17EC-4CD0-AE3A-2A10F88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E94836-B9BC-4E3D-805F-D5FFC6D5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851241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3EE9B8-796E-4398-AF73-884731A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5CCD2-E30E-4C26-A660-64D26C37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EB91-7044-41BF-B5A7-A75656C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BE97A-7964-4D5A-AD10-1496C0B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53562-F7F6-4ECC-8CE3-4BC7C82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D0E6D-7C1D-41AE-8F41-507A640C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4679F-3CDC-450C-A814-24A18CC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9999-D494-43A9-9DD6-1AF5F31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276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232A4-6912-4141-A563-26B6E9A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06  /  PRODUCTION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2FF29-04AC-4761-BFD4-FE81D88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production script separates data access, scoring and serving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9BEB5-432D-4E37-8F2B-6B4E0FAD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consumes stored results; only new operational data triggers another batch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F7A91-B374-4A37-B99F-7E84F29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72696-858F-4A20-B9F5-CDCDA8F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1E4C5-CA0C-4030-AD37-F3EBF080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71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D9414-22FF-4331-83EE-B3DF6ED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A4B2-920C-4E4E-A43E-AA200B1D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4FDF9-B222-41E3-852B-464F465C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1CF85-E1AF-424D-808D-D1B29E4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9775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B3F3C-4F70-4849-94C2-2876F0C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432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run_model.py</a:t>
            </a:r>
          </a:p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0CC7E-85DC-444E-A673-5AFE274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432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fleetcare_inference.py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features · model · SHAP ·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761C4-F5CD-4FD9-930E-47E9DD2A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artifacts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C6372-F4B5-44B8-AF41-37B6469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76825"/>
            <a:ext cx="21907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PostgreSQL public</a:t>
            </a:r>
          </a:p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A59A8-3012-4FDB-8BB4-D9C485D9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768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714625" y="2695575"/>
            <a:ext cx="25431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77B89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1" idx="4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524250" y="3752850"/>
            <a:ext cx="828675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62675" y="3752850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0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01025" y="416242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2" idx="4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5419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5C0CC-A33C-4EBE-8BB1-88BF3854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D3F538-02F4-4C8A-8F88-1C8E3A89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41BFF-65AF-4C7A-992D-A568806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24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53372-28B1-4371-A69B-88273ED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6B4595-66A8-4A9C-AD09-AB50670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B79E1B-BDF1-43B9-9EB0-36DEEFF8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A21E4-89B0-4B26-A15A-8EA29889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BF60B-AC81-413A-B9EF-CE331D50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7C9B51-ADC8-4F7B-B4D6-CA1846A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BAEC0-FF79-4484-A7D7-BBDB0F34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913BFD-E205-4277-A2CB-2B36DDB5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16F7B2-39E9-41EB-B358-6B376E44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561268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2026-10-12T22:53:46.1990000Z</dcterms:created>
  <dcterms:modified xsi:type="dcterms:W3CDTF">2026-10-12T22:53:46.1990000Z</dcterms:modified>
</coreProperties>
</file>